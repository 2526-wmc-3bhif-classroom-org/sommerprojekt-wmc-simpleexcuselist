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0" y="1280160"/>
            <a:ext cx="2103120" cy="2103120"/>
          </a:xfrm>
          <a:prstGeom prst="roundRect">
            <a:avLst>
              <a:gd name="adj" fmla="val 10870"/>
            </a:avLst>
          </a:prstGeom>
          <a:solidFill>
            <a:srgbClr val="2D1B5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0" y="141732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📋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1371600" y="356616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SimpleExcuseList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371600" y="443484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Systemarchitektur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502920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HTL Leonding  ·  3BHIF  ·  WMC Sommerprojekt  ·  2025/26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Projektüberblick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Was ist SimpleExcuseList?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Eine webbasierte Entschuldigungsverwaltung für Schulen – integriert mit WebUntis.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3749040" cy="4389120"/>
          </a:xfrm>
          <a:prstGeom prst="roundRect">
            <a:avLst>
              <a:gd name="adj" fmla="val 2439"/>
            </a:avLst>
          </a:prstGeom>
          <a:solidFill>
            <a:srgbClr val="27273A"/>
          </a:solidFill>
          <a:ln w="25400">
            <a:solidFill>
              <a:srgbClr val="60A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116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 Schüler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542032"/>
            <a:ext cx="36576" cy="2743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5146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Abwesenheiten aus WebUntis einsehen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163824"/>
            <a:ext cx="36576" cy="2743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13639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Entschuldigung einreichen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85616"/>
            <a:ext cx="36576" cy="2743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75818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Anhänge hochladen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407408"/>
            <a:ext cx="36576" cy="2743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37997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Eigene Statistiken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97680" y="1874520"/>
            <a:ext cx="3749040" cy="4389120"/>
          </a:xfrm>
          <a:prstGeom prst="roundRect">
            <a:avLst>
              <a:gd name="adj" fmla="val 2439"/>
            </a:avLst>
          </a:prstGeom>
          <a:solidFill>
            <a:srgbClr val="27273A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34840" y="20116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👨‍👩‍👧 Eltern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434840" y="2542032"/>
            <a:ext cx="36576" cy="2743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0288" y="25146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Offene Entschuldigungen sehen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34840" y="3163824"/>
            <a:ext cx="36576" cy="2743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0288" y="313639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unterzeichnen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34840" y="3785616"/>
            <a:ext cx="36576" cy="2743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90288" y="375818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Arztbestätigungen einsehen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0" y="1874520"/>
            <a:ext cx="3749040" cy="4389120"/>
          </a:xfrm>
          <a:prstGeom prst="roundRect">
            <a:avLst>
              <a:gd name="adj" fmla="val 2439"/>
            </a:avLst>
          </a:prstGeom>
          <a:solidFill>
            <a:srgbClr val="27273A"/>
          </a:solidFill>
          <a:ln w="25400">
            <a:solidFill>
              <a:srgbClr val="FB9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66760" y="20116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👨‍🏫 Lehrer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366760" y="2542032"/>
            <a:ext cx="36576" cy="2743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22208" y="25146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Klassenübersicht der Abwesenheiten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366760" y="3163824"/>
            <a:ext cx="36576" cy="2743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22208" y="313639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Entschuldigungen akzeptieren/ablehnen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366760" y="3785616"/>
            <a:ext cx="36576" cy="2743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22208" y="375818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Statistiken &amp; Heatmap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366760" y="4407408"/>
            <a:ext cx="36576" cy="2743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22208" y="437997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Alle Schüler der Klasse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Technologie-Stack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Verwendete Frameworks &amp; Bibliotheken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3749040" cy="5212080"/>
          </a:xfrm>
          <a:prstGeom prst="roundRect">
            <a:avLst>
              <a:gd name="adj" fmla="val 2439"/>
            </a:avLst>
          </a:prstGeom>
          <a:solidFill>
            <a:srgbClr val="27273A"/>
          </a:solidFill>
          <a:ln w="25400">
            <a:solidFill>
              <a:srgbClr val="60A5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80160"/>
            <a:ext cx="3749040" cy="4572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25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874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Vue 3 (Composition API)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40487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TypeScript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93522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Vite (Build Tool)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465576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Tailwind CSS + DaisyUI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99592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ApexCharts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45262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Pinia (State Management)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505663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Vue Router v5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97680" y="1280160"/>
            <a:ext cx="3749040" cy="5212080"/>
          </a:xfrm>
          <a:prstGeom prst="roundRect">
            <a:avLst>
              <a:gd name="adj" fmla="val 2439"/>
            </a:avLst>
          </a:prstGeom>
          <a:solidFill>
            <a:srgbClr val="27273A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1280160"/>
            <a:ext cx="3749040" cy="457200"/>
          </a:xfrm>
          <a:prstGeom prst="rect">
            <a:avLst/>
          </a:prstGeom>
          <a:solidFill>
            <a:srgbClr val="0F3D2A"/>
          </a:solidFill>
          <a:ln w="12700">
            <a:solidFill>
              <a:srgbClr val="0F3D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34840" y="1325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434840" y="1874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Node.js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34840" y="240487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Express.js v5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34840" y="293522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TypeScript (tsx)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34840" y="3465576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better-sqlite3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34840" y="399592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bcrypt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34840" y="45262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jsonwebtoken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0" y="1280160"/>
            <a:ext cx="3749040" cy="5212080"/>
          </a:xfrm>
          <a:prstGeom prst="roundRect">
            <a:avLst>
              <a:gd name="adj" fmla="val 2439"/>
            </a:avLst>
          </a:prstGeom>
          <a:solidFill>
            <a:srgbClr val="27273A"/>
          </a:solidFill>
          <a:ln w="25400">
            <a:solidFill>
              <a:srgbClr val="FB923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0" y="1280160"/>
            <a:ext cx="3749040" cy="457200"/>
          </a:xfrm>
          <a:prstGeom prst="rect">
            <a:avLst/>
          </a:prstGeom>
          <a:solidFill>
            <a:srgbClr val="3D2210"/>
          </a:solidFill>
          <a:ln w="12700">
            <a:solidFill>
              <a:srgbClr val="3D221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66760" y="1325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Externe Dienste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366760" y="1874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WebUntis REST API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66760" y="240487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SQLite (dateibasiert)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Systemübersicht – Schichtenmodell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1247120" cy="1280160"/>
          </a:xfrm>
          <a:prstGeom prst="roundRect">
            <a:avLst>
              <a:gd name="adj" fmla="val 5714"/>
            </a:avLst>
          </a:prstGeom>
          <a:solidFill>
            <a:srgbClr val="1A2E4A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51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  –  Vue 3 SPA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417320"/>
            <a:ext cx="3566160" cy="685800"/>
          </a:xfrm>
          <a:prstGeom prst="roundRect">
            <a:avLst>
              <a:gd name="adj" fmla="val 8000"/>
            </a:avLst>
          </a:prstGeom>
          <a:solidFill>
            <a:srgbClr val="27273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5544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StudentView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417320"/>
            <a:ext cx="3566160" cy="685800"/>
          </a:xfrm>
          <a:prstGeom prst="roundRect">
            <a:avLst>
              <a:gd name="adj" fmla="val 8000"/>
            </a:avLst>
          </a:prstGeom>
          <a:solidFill>
            <a:srgbClr val="27273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15544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TeacherView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92440" y="1417320"/>
            <a:ext cx="3566160" cy="685800"/>
          </a:xfrm>
          <a:prstGeom prst="roundRect">
            <a:avLst>
              <a:gd name="adj" fmla="val 8000"/>
            </a:avLst>
          </a:prstGeom>
          <a:solidFill>
            <a:srgbClr val="27273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15544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ParentView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39572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 / JSON  ·  Authorization: Bearer JWT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2359152"/>
            <a:ext cx="0" cy="502920"/>
          </a:xfrm>
          <a:prstGeom prst="line">
            <a:avLst/>
          </a:prstGeom>
          <a:noFill/>
          <a:ln w="25400">
            <a:solidFill>
              <a:srgbClr val="A78BFA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57200" y="2907792"/>
            <a:ext cx="11247120" cy="1463040"/>
          </a:xfrm>
          <a:prstGeom prst="roundRect">
            <a:avLst>
              <a:gd name="adj" fmla="val 5000"/>
            </a:avLst>
          </a:prstGeom>
          <a:solidFill>
            <a:srgbClr val="2D1B5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94436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Express.js Backend  –  Port 3000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294436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Middleware:  verifyJwt  ·  roleGuard  ·  rateLimit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3310128"/>
            <a:ext cx="2084832" cy="868680"/>
          </a:xfrm>
          <a:prstGeom prst="roundRect">
            <a:avLst>
              <a:gd name="adj" fmla="val 6316"/>
            </a:avLst>
          </a:prstGeom>
          <a:solidFill>
            <a:srgbClr val="3D247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447288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4F5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authRouter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807208" y="3310128"/>
            <a:ext cx="2084832" cy="868680"/>
          </a:xfrm>
          <a:prstGeom prst="roundRect">
            <a:avLst>
              <a:gd name="adj" fmla="val 6316"/>
            </a:avLst>
          </a:prstGeom>
          <a:solidFill>
            <a:srgbClr val="3D247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07208" y="3447288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4F5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studentRouter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0056" y="3310128"/>
            <a:ext cx="2084832" cy="868680"/>
          </a:xfrm>
          <a:prstGeom prst="roundRect">
            <a:avLst>
              <a:gd name="adj" fmla="val 6316"/>
            </a:avLst>
          </a:prstGeom>
          <a:solidFill>
            <a:srgbClr val="3D247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0056" y="3447288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4F5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teacherRouter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232904" y="3310128"/>
            <a:ext cx="2084832" cy="868680"/>
          </a:xfrm>
          <a:prstGeom prst="roundRect">
            <a:avLst>
              <a:gd name="adj" fmla="val 6316"/>
            </a:avLst>
          </a:prstGeom>
          <a:solidFill>
            <a:srgbClr val="3D247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32904" y="3447288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4F5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parentRouter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445752" y="3310128"/>
            <a:ext cx="2084832" cy="868680"/>
          </a:xfrm>
          <a:prstGeom prst="roundRect">
            <a:avLst>
              <a:gd name="adj" fmla="val 6316"/>
            </a:avLst>
          </a:prstGeom>
          <a:solidFill>
            <a:srgbClr val="3D247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45752" y="3447288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4F5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attachmentRouter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0" y="4389120"/>
            <a:ext cx="0" cy="502920"/>
          </a:xfrm>
          <a:prstGeom prst="line">
            <a:avLst/>
          </a:prstGeom>
          <a:noFill/>
          <a:ln w="25400">
            <a:solidFill>
              <a:srgbClr val="A78BFA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1188720" y="4919472"/>
            <a:ext cx="2560320" cy="685800"/>
          </a:xfrm>
          <a:prstGeom prst="roundRect">
            <a:avLst>
              <a:gd name="adj" fmla="val 9333"/>
            </a:avLst>
          </a:prstGeom>
          <a:solidFill>
            <a:srgbClr val="0F3D2A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88720" y="5074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· excuselist.db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503920" y="4389120"/>
            <a:ext cx="0" cy="502920"/>
          </a:xfrm>
          <a:prstGeom prst="line">
            <a:avLst/>
          </a:prstGeom>
          <a:noFill/>
          <a:ln w="25400">
            <a:solidFill>
              <a:srgbClr val="A78BFA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7406640" y="4919472"/>
            <a:ext cx="2560320" cy="685800"/>
          </a:xfrm>
          <a:prstGeom prst="roundRect">
            <a:avLst>
              <a:gd name="adj" fmla="val 9333"/>
            </a:avLst>
          </a:prstGeom>
          <a:solidFill>
            <a:srgbClr val="0F3D2A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06640" y="5074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WebUntis API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Authentifizierung &amp; Autorisierung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JWT-basiertes Login für drei Rollen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4114800" cy="2286000"/>
          </a:xfrm>
          <a:prstGeom prst="roundRect">
            <a:avLst>
              <a:gd name="adj" fmla="val 3200"/>
            </a:avLst>
          </a:prstGeom>
          <a:solidFill>
            <a:srgbClr val="27273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898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Payload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737360"/>
            <a:ext cx="38404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role: "student" | "teacher" | "parent"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untisId?:  number       // Schüler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teacherId?: string      // Lehrer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className?: string      // Lehrer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parentId?:  string      // Eltern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exp:        number      // 1h Gültigkeit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6858000" cy="594360"/>
          </a:xfrm>
          <a:prstGeom prst="roundRect">
            <a:avLst>
              <a:gd name="adj" fmla="val 10769"/>
            </a:avLst>
          </a:prstGeom>
          <a:solidFill>
            <a:srgbClr val="3D2210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43560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9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  Rate Limit: max. 10 Login-Versuche pro IP / 15 Minuten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011680"/>
            <a:ext cx="3200400" cy="3291840"/>
          </a:xfrm>
          <a:prstGeom prst="roundRect">
            <a:avLst>
              <a:gd name="adj" fmla="val 2286"/>
            </a:avLst>
          </a:prstGeom>
          <a:solidFill>
            <a:srgbClr val="27273A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12140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 Schüler (WebUntis)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254203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1. Credentials → WebUntis API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3054096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2. Schüler in DB anlegen / aktualisieren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35661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3. Eltern-Account auto-erstellen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4078224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4. JWT ausstellen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459028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5. Stundenplan-Sync (Hintergrund)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92440" y="2011680"/>
            <a:ext cx="3200400" cy="3291840"/>
          </a:xfrm>
          <a:prstGeom prst="roundRect">
            <a:avLst>
              <a:gd name="adj" fmla="val 2286"/>
            </a:avLst>
          </a:prstGeom>
          <a:solidFill>
            <a:srgbClr val="27273A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212140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👨‍🏫 Lehrer (lokal)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0" y="254203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1. Credentials → Teacher-Tabelle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0" y="3054096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2. bcrypt-Vergleich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0" y="35661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3. JWT ausstellen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0" y="4078224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   (teacherId + className)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703320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252535"/>
          </a:solidFill>
          <a:ln w="12700">
            <a:solidFill>
              <a:srgbClr val="A1A1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840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Token: localStorage  (Key: untis_jwt)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407408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27273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5079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Middleware-Kette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48646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rateLimit  (nur /api/login)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2648" y="51663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verifyJwt  (alle /api/*)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22376" y="54681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requireRole  (student|teacher|parent)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32104" y="57698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→  Router-Handler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Datenbankschema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 ·  9 Tabellen  ·  better-sqlite3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2606040" cy="1207008"/>
          </a:xfrm>
          <a:prstGeom prst="roundRect">
            <a:avLst>
              <a:gd name="adj" fmla="val 4545"/>
            </a:avLst>
          </a:prstGeom>
          <a:solidFill>
            <a:srgbClr val="27273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80160"/>
            <a:ext cx="2606040" cy="329184"/>
          </a:xfrm>
          <a:prstGeom prst="rect">
            <a:avLst/>
          </a:prstGeom>
          <a:solidFill>
            <a:srgbClr val="3D2475"/>
          </a:solidFill>
          <a:ln w="12700">
            <a:solidFill>
              <a:srgbClr val="3D24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2588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Student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664208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untisId (PK)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1938528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firstName, lastName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2212848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className, lastSync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2606040" cy="1481328"/>
          </a:xfrm>
          <a:prstGeom prst="roundRect">
            <a:avLst>
              <a:gd name="adj" fmla="val 3704"/>
            </a:avLst>
          </a:prstGeom>
          <a:solidFill>
            <a:srgbClr val="27273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926080"/>
            <a:ext cx="2606040" cy="329184"/>
          </a:xfrm>
          <a:prstGeom prst="rect">
            <a:avLst/>
          </a:prstGeom>
          <a:solidFill>
            <a:srgbClr val="3D2475"/>
          </a:solidFill>
          <a:ln w="12700">
            <a:solidFill>
              <a:srgbClr val="3D24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7180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Parent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310128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id (PK, UUID)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3584448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username (UNIQUE)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3858768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passwordHash (bcrypt)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4133088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name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108960" y="2926080"/>
            <a:ext cx="2606040" cy="932688"/>
          </a:xfrm>
          <a:prstGeom prst="roundRect">
            <a:avLst>
              <a:gd name="adj" fmla="val 5882"/>
            </a:avLst>
          </a:prstGeom>
          <a:solidFill>
            <a:srgbClr val="27273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08960" y="2926080"/>
            <a:ext cx="2606040" cy="329184"/>
          </a:xfrm>
          <a:prstGeom prst="rect">
            <a:avLst/>
          </a:prstGeom>
          <a:solidFill>
            <a:srgbClr val="3D2475"/>
          </a:solidFill>
          <a:ln w="12700">
            <a:solidFill>
              <a:srgbClr val="3D24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297180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StudentParent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0" y="3310128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parentId (FK)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200400" y="3584448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studentUntisId (FK)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212080" y="1280160"/>
            <a:ext cx="2606040" cy="1481328"/>
          </a:xfrm>
          <a:prstGeom prst="roundRect">
            <a:avLst>
              <a:gd name="adj" fmla="val 3704"/>
            </a:avLst>
          </a:prstGeom>
          <a:solidFill>
            <a:srgbClr val="27273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12080" y="1280160"/>
            <a:ext cx="2606040" cy="329184"/>
          </a:xfrm>
          <a:prstGeom prst="rect">
            <a:avLst/>
          </a:prstGeom>
          <a:solidFill>
            <a:srgbClr val="3D2475"/>
          </a:solidFill>
          <a:ln w="12700">
            <a:solidFill>
              <a:srgbClr val="3D24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0" y="132588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Teacher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03520" y="1664208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id (PK, UUID)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303520" y="1938528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username (UNIQUE)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303520" y="2212848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passwordHash (bcrypt)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303520" y="2487168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className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108960" y="1280160"/>
            <a:ext cx="2606040" cy="1755648"/>
          </a:xfrm>
          <a:prstGeom prst="roundRect">
            <a:avLst>
              <a:gd name="adj" fmla="val 3125"/>
            </a:avLst>
          </a:prstGeom>
          <a:solidFill>
            <a:srgbClr val="27273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08960" y="1280160"/>
            <a:ext cx="2606040" cy="329184"/>
          </a:xfrm>
          <a:prstGeom prst="rect">
            <a:avLst/>
          </a:prstGeom>
          <a:solidFill>
            <a:srgbClr val="3D2475"/>
          </a:solidFill>
          <a:ln w="12700">
            <a:solidFill>
              <a:srgbClr val="3D24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0" y="132588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Absence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00400" y="1664208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id (PK, UUID)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200400" y="1938528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untisId (UNIQUE)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200400" y="2212848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studentUntisId (FK)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200400" y="2487168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date, startTime, endTime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200400" y="2761488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status  ·  excuseMessage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108960" y="4206240"/>
            <a:ext cx="2606040" cy="1481328"/>
          </a:xfrm>
          <a:prstGeom prst="roundRect">
            <a:avLst>
              <a:gd name="adj" fmla="val 3704"/>
            </a:avLst>
          </a:prstGeom>
          <a:solidFill>
            <a:srgbClr val="27273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108960" y="4206240"/>
            <a:ext cx="2606040" cy="329184"/>
          </a:xfrm>
          <a:prstGeom prst="rect">
            <a:avLst/>
          </a:prstGeom>
          <a:solidFill>
            <a:srgbClr val="3D2475"/>
          </a:solidFill>
          <a:ln w="12700">
            <a:solidFill>
              <a:srgbClr val="3D247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0" y="425196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Attachment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200400" y="4590288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id (PK)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200400" y="4864608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absenceId (FK)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200400" y="5138928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fileName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200400" y="5413248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fileData (base64)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818120" y="1280160"/>
            <a:ext cx="2606040" cy="1755648"/>
          </a:xfrm>
          <a:prstGeom prst="roundRect">
            <a:avLst>
              <a:gd name="adj" fmla="val 3125"/>
            </a:avLst>
          </a:prstGeom>
          <a:solidFill>
            <a:srgbClr val="27273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18120" y="1280160"/>
            <a:ext cx="2606040" cy="329184"/>
          </a:xfrm>
          <a:prstGeom prst="rect">
            <a:avLst/>
          </a:prstGeom>
          <a:solidFill>
            <a:srgbClr val="3D2475"/>
          </a:solidFill>
          <a:ln w="12700">
            <a:solidFill>
              <a:srgbClr val="3D247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09560" y="132588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AbsenceLesson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909560" y="1664208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id (PK, UUID)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909560" y="1938528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studentUntisId (FK)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909560" y="2212848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date, startTime, endTime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909560" y="2487168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subjectName, subjectLongName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909560" y="2761488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absenceStatus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818120" y="3337560"/>
            <a:ext cx="2606040" cy="1481328"/>
          </a:xfrm>
          <a:prstGeom prst="roundRect">
            <a:avLst>
              <a:gd name="adj" fmla="val 3704"/>
            </a:avLst>
          </a:prstGeom>
          <a:solidFill>
            <a:srgbClr val="27273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818120" y="3337560"/>
            <a:ext cx="2606040" cy="329184"/>
          </a:xfrm>
          <a:prstGeom prst="rect">
            <a:avLst/>
          </a:prstGeom>
          <a:solidFill>
            <a:srgbClr val="3D2475"/>
          </a:solidFill>
          <a:ln w="12700">
            <a:solidFill>
              <a:srgbClr val="3D247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909560" y="338328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StudentScheduledLesson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909560" y="3721608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id (PK, UUID)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909560" y="3995928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studentUntisId (FK)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909560" y="4270248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date, startTime, endTime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7909560" y="4544568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subjectName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212080" y="3337560"/>
            <a:ext cx="2606040" cy="932688"/>
          </a:xfrm>
          <a:prstGeom prst="roundRect">
            <a:avLst>
              <a:gd name="adj" fmla="val 5882"/>
            </a:avLst>
          </a:prstGeom>
          <a:solidFill>
            <a:srgbClr val="27273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212080" y="3337560"/>
            <a:ext cx="2606040" cy="329184"/>
          </a:xfrm>
          <a:prstGeom prst="rect">
            <a:avLst/>
          </a:prstGeom>
          <a:solidFill>
            <a:srgbClr val="3D2475"/>
          </a:solidFill>
          <a:ln w="12700">
            <a:solidFill>
              <a:srgbClr val="3D247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303520" y="338328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StudentSyncState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303520" y="3721608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studentUntisId (PK)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5303520" y="3995928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lastSynced (YYYYMMDD)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365760" y="4892040"/>
            <a:ext cx="11247120" cy="868680"/>
          </a:xfrm>
          <a:prstGeom prst="roundRect">
            <a:avLst>
              <a:gd name="adj" fmla="val 7368"/>
            </a:avLst>
          </a:prstGeom>
          <a:solidFill>
            <a:srgbClr val="27273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02920" y="49560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Abwesenheitsstatus-Workflow: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502920" y="52760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2679192" y="52760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pending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4855464" y="52760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signed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7031736" y="52760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excused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9208008" y="52760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unexcused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WebUntis-Integration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Externe API für Stundenplan &amp; Abwesenheitsdaten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5029200" cy="1600200"/>
          </a:xfrm>
          <a:prstGeom prst="roundRect">
            <a:avLst>
              <a:gd name="adj" fmla="val 4571"/>
            </a:avLst>
          </a:prstGeom>
          <a:solidFill>
            <a:srgbClr val="27273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8988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Konfiguration (.env)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7373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UNTIS_SCHOOL=htl-leonding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UNTIS_BASE_URL=htl-leonding.webuntis.com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UNTIS_SCHOOL_2=htltraun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UNTIS_BASE_URL_2=htltraun.webuntis.com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0" y="1280160"/>
            <a:ext cx="5943600" cy="1600200"/>
          </a:xfrm>
          <a:prstGeom prst="roundRect">
            <a:avLst>
              <a:gd name="adj" fmla="val 4571"/>
            </a:avLst>
          </a:prstGeom>
          <a:solidFill>
            <a:srgbClr val="27273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6440" y="1389888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Verwendete API-Endpunkte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06440" y="1737360"/>
            <a:ext cx="5669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authenticate()   logout()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getTimetable()   getStudents()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getTeachers()    getAbsentLesson()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063240"/>
            <a:ext cx="11247120" cy="3200400"/>
          </a:xfrm>
          <a:prstGeom prst="roundRect">
            <a:avLst>
              <a:gd name="adj" fmla="val 2286"/>
            </a:avLst>
          </a:prstGeom>
          <a:solidFill>
            <a:srgbClr val="27273A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127248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Hintergrund-Sync nach Schüler-Login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657600"/>
            <a:ext cx="329184" cy="329184"/>
          </a:xfrm>
          <a:prstGeom prst="ellipse">
            <a:avLst/>
          </a:prstGeom>
          <a:solidFill>
            <a:srgbClr val="0F3D2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6576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36118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Schüler loggt sich mit Untis-Credentials ein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3657600"/>
            <a:ext cx="329184" cy="329184"/>
          </a:xfrm>
          <a:prstGeom prst="ellipse">
            <a:avLst/>
          </a:prstGeom>
          <a:solidFill>
            <a:srgbClr val="0F3D2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36576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37960" y="36118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WebUntis: authenticate() – Session öffnen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4434840"/>
            <a:ext cx="329184" cy="329184"/>
          </a:xfrm>
          <a:prstGeom prst="ellipse">
            <a:avLst/>
          </a:prstGeom>
          <a:solidFill>
            <a:srgbClr val="0F3D2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4348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43891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Abwesenheiten abrufen (getAbsentLesson)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26480" y="4434840"/>
            <a:ext cx="329184" cy="329184"/>
          </a:xfrm>
          <a:prstGeom prst="ellipse">
            <a:avLst/>
          </a:prstGeom>
          <a:solidFill>
            <a:srgbClr val="0F3D2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44348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37960" y="43891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Stundenplan abrufen (Schuljahresbeginn → heute)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2920" y="5212080"/>
            <a:ext cx="329184" cy="329184"/>
          </a:xfrm>
          <a:prstGeom prst="ellipse">
            <a:avLst/>
          </a:prstGeom>
          <a:solidFill>
            <a:srgbClr val="0F3D2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52120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51663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Abwesenheiten mit Lektionen abgleichen → AbsenceLesson schreiben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26480" y="5212080"/>
            <a:ext cx="329184" cy="329184"/>
          </a:xfrm>
          <a:prstGeom prst="ellipse">
            <a:avLst/>
          </a:prstGeom>
          <a:solidFill>
            <a:srgbClr val="0F3D2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52120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37960" y="51663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WebUntis: logout() – Response sofort gesendet (kein Warten)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Wichtige Datenflüsse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11247120" cy="1664208"/>
          </a:xfrm>
          <a:prstGeom prst="roundRect">
            <a:avLst>
              <a:gd name="adj" fmla="val 4396"/>
            </a:avLst>
          </a:prstGeom>
          <a:solidFill>
            <a:srgbClr val="27273A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📤 Entschuldigung einreichen (Schüler)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764792"/>
            <a:ext cx="2651760" cy="896112"/>
          </a:xfrm>
          <a:prstGeom prst="roundRect">
            <a:avLst>
              <a:gd name="adj" fmla="val 6122"/>
            </a:avLst>
          </a:prstGeom>
          <a:solidFill>
            <a:srgbClr val="1A2E4A"/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10512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Schüler wählt offene Abwesenheit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172968" y="207568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1764792"/>
            <a:ext cx="2651760" cy="896112"/>
          </a:xfrm>
          <a:prstGeom prst="roundRect">
            <a:avLst>
              <a:gd name="adj" fmla="val 6122"/>
            </a:avLst>
          </a:prstGeom>
          <a:solidFill>
            <a:srgbClr val="1A2E4A"/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810512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Nachricht + bis zu 3 Anhänge (PDF/PNG/JPG, max 5 MB)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007608" y="207568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764792"/>
            <a:ext cx="2651760" cy="896112"/>
          </a:xfrm>
          <a:prstGeom prst="roundRect">
            <a:avLst>
              <a:gd name="adj" fmla="val 6122"/>
            </a:avLst>
          </a:prstGeom>
          <a:solidFill>
            <a:srgbClr val="1A2E4A"/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810512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Status: open → pending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842248" y="207568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06840" y="1764792"/>
            <a:ext cx="2651760" cy="896112"/>
          </a:xfrm>
          <a:prstGeom prst="roundRect">
            <a:avLst>
              <a:gd name="adj" fmla="val 6122"/>
            </a:avLst>
          </a:prstGeom>
          <a:solidFill>
            <a:srgbClr val="1A2E4A"/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98280" y="1810512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Anhänge als Base64 gespeichert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044952"/>
            <a:ext cx="11247120" cy="1664208"/>
          </a:xfrm>
          <a:prstGeom prst="roundRect">
            <a:avLst>
              <a:gd name="adj" fmla="val 4396"/>
            </a:avLst>
          </a:prstGeom>
          <a:solidFill>
            <a:srgbClr val="27273A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136392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✍️ Unterzeichnen (Eltern)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3575304"/>
            <a:ext cx="2651760" cy="896112"/>
          </a:xfrm>
          <a:prstGeom prst="roundRect">
            <a:avLst>
              <a:gd name="adj" fmla="val 6122"/>
            </a:avLst>
          </a:prstGeom>
          <a:solidFill>
            <a:srgbClr val="0F3D2A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621024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Entschuldigungen mit Status pending sehen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172968" y="38862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37560" y="3575304"/>
            <a:ext cx="2651760" cy="896112"/>
          </a:xfrm>
          <a:prstGeom prst="roundRect">
            <a:avLst>
              <a:gd name="adj" fmla="val 6122"/>
            </a:avLst>
          </a:prstGeom>
          <a:solidFill>
            <a:srgbClr val="0F3D2A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9000" y="3621024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Anhänge (Arztbestätigungen) einsehen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007608" y="38862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72200" y="3575304"/>
            <a:ext cx="2651760" cy="896112"/>
          </a:xfrm>
          <a:prstGeom prst="roundRect">
            <a:avLst>
              <a:gd name="adj" fmla="val 6122"/>
            </a:avLst>
          </a:prstGeom>
          <a:solidFill>
            <a:srgbClr val="0F3D2A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3621024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Klick auf Unterzeichnen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842248" y="38862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006840" y="3575304"/>
            <a:ext cx="2651760" cy="896112"/>
          </a:xfrm>
          <a:prstGeom prst="roundRect">
            <a:avLst>
              <a:gd name="adj" fmla="val 6122"/>
            </a:avLst>
          </a:prstGeom>
          <a:solidFill>
            <a:srgbClr val="0F3D2A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98280" y="3621024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Status: pending → signed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4855464"/>
            <a:ext cx="11247120" cy="1664208"/>
          </a:xfrm>
          <a:prstGeom prst="roundRect">
            <a:avLst>
              <a:gd name="adj" fmla="val 4396"/>
            </a:avLst>
          </a:prstGeom>
          <a:solidFill>
            <a:srgbClr val="27273A"/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946904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Bewertung (Lehrer)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02920" y="5385816"/>
            <a:ext cx="2651760" cy="896112"/>
          </a:xfrm>
          <a:prstGeom prst="roundRect">
            <a:avLst>
              <a:gd name="adj" fmla="val 6122"/>
            </a:avLst>
          </a:prstGeom>
          <a:solidFill>
            <a:srgbClr val="3D2210"/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5431536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Alle Schüler der Klasse einsehen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172968" y="569671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9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337560" y="5385816"/>
            <a:ext cx="2651760" cy="896112"/>
          </a:xfrm>
          <a:prstGeom prst="roundRect">
            <a:avLst>
              <a:gd name="adj" fmla="val 6122"/>
            </a:avLst>
          </a:prstGeom>
          <a:solidFill>
            <a:srgbClr val="3D2210"/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29000" y="5431536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Abwesenheiten eines Schülers prüfen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007608" y="569671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9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172200" y="5385816"/>
            <a:ext cx="2651760" cy="896112"/>
          </a:xfrm>
          <a:prstGeom prst="roundRect">
            <a:avLst>
              <a:gd name="adj" fmla="val 6122"/>
            </a:avLst>
          </a:prstGeom>
          <a:solidFill>
            <a:srgbClr val="3D2210"/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63640" y="5431536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excused oder unexcused setzen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842248" y="569671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9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006840" y="5385816"/>
            <a:ext cx="2651760" cy="896112"/>
          </a:xfrm>
          <a:prstGeom prst="roundRect">
            <a:avLst>
              <a:gd name="adj" fmla="val 6122"/>
            </a:avLst>
          </a:prstGeom>
          <a:solidFill>
            <a:srgbClr val="3D2210"/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098280" y="5431536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Analytics: Fachstatistiken &amp; Heatmap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/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Frontend-Routing &amp; Entwicklungsumgebung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27273A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78992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Vue Router – Routen &amp; Guards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5212080" cy="822960"/>
          </a:xfrm>
          <a:prstGeom prst="roundRect">
            <a:avLst>
              <a:gd name="adj" fmla="val 6667"/>
            </a:avLst>
          </a:prstGeom>
          <a:solidFill>
            <a:srgbClr val="252535"/>
          </a:solidFill>
          <a:ln w="12700">
            <a:solidFill>
              <a:srgbClr val="A1A1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276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1A1AA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/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0299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→  HomeView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17520" y="182880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Guard: —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514600"/>
            <a:ext cx="5212080" cy="822960"/>
          </a:xfrm>
          <a:prstGeom prst="roundRect">
            <a:avLst>
              <a:gd name="adj" fmla="val 6667"/>
            </a:avLst>
          </a:prstGeom>
          <a:solidFill>
            <a:srgbClr val="1A2E4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5877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/student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29900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→  StudentView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17520" y="278892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Guard: role === 'student'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474720"/>
            <a:ext cx="5212080" cy="822960"/>
          </a:xfrm>
          <a:prstGeom prst="roundRect">
            <a:avLst>
              <a:gd name="adj" fmla="val 6667"/>
            </a:avLst>
          </a:prstGeom>
          <a:solidFill>
            <a:srgbClr val="3D2210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5478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/teacher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9502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→  TeacherView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017520" y="374904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Guard: role === 'teacher'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4434840"/>
            <a:ext cx="5212080" cy="822960"/>
          </a:xfrm>
          <a:prstGeom prst="roundRect">
            <a:avLst>
              <a:gd name="adj" fmla="val 6667"/>
            </a:avLst>
          </a:prstGeom>
          <a:solidFill>
            <a:srgbClr val="0F3D2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5079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/parent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49103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→  ParentView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17520" y="470916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Guard: role === 'parent'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26480" y="100584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27273A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1078992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Entwicklungsumgebung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63640" y="1554480"/>
            <a:ext cx="5212080" cy="822960"/>
          </a:xfrm>
          <a:prstGeom prst="roundRect">
            <a:avLst>
              <a:gd name="adj" fmla="val 6667"/>
            </a:avLst>
          </a:prstGeom>
          <a:solidFill>
            <a:srgbClr val="0F3D2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164592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npm run dev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201168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+ Backend parallel starten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63640" y="2514600"/>
            <a:ext cx="5212080" cy="822960"/>
          </a:xfrm>
          <a:prstGeom prst="roundRect">
            <a:avLst>
              <a:gd name="adj" fmla="val 6667"/>
            </a:avLst>
          </a:prstGeom>
          <a:solidFill>
            <a:srgbClr val="0F3D2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260604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npm run dev:vite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0" y="297180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Nur Frontend  (Vite :5173)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63640" y="3474720"/>
            <a:ext cx="5212080" cy="822960"/>
          </a:xfrm>
          <a:prstGeom prst="roundRect">
            <a:avLst>
              <a:gd name="adj" fmla="val 6667"/>
            </a:avLst>
          </a:prstGeom>
          <a:solidFill>
            <a:srgbClr val="0F3D2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356616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npm run server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0" y="393192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Nur Backend  (tsx watch :3000)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63640" y="4434840"/>
            <a:ext cx="5212080" cy="822960"/>
          </a:xfrm>
          <a:prstGeom prst="roundRect">
            <a:avLst>
              <a:gd name="adj" fmla="val 6667"/>
            </a:avLst>
          </a:prstGeom>
          <a:solidFill>
            <a:srgbClr val="0F3D2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452628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npm run build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00800" y="489204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Produktions-Build  →  dist/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263640" y="54406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 proxyt /api  →  http://localhost:3000  (kein CORS-Problem in Dev)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14400" y="3657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Zusammenfassung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749040" cy="2103120"/>
          </a:xfrm>
          <a:prstGeom prst="roundRect">
            <a:avLst>
              <a:gd name="adj" fmla="val 4348"/>
            </a:avLst>
          </a:prstGeom>
          <a:solidFill>
            <a:srgbClr val="27273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630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🖥️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" y="208483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Vue 3 SPA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4688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Rollenbasierte Dashboards für Schüler, Lehrer &amp; Eltern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1280160"/>
            <a:ext cx="3749040" cy="2103120"/>
          </a:xfrm>
          <a:prstGeom prst="roundRect">
            <a:avLst>
              <a:gd name="adj" fmla="val 4348"/>
            </a:avLst>
          </a:prstGeom>
          <a:solidFill>
            <a:srgbClr val="27273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14630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26280" y="208483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Express.js Backend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26280" y="24688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REST-API mit JWT-Auth, bcrypt &amp; Role-Guards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21040" y="1280160"/>
            <a:ext cx="3749040" cy="2103120"/>
          </a:xfrm>
          <a:prstGeom prst="roundRect">
            <a:avLst>
              <a:gd name="adj" fmla="val 4348"/>
            </a:avLst>
          </a:prstGeom>
          <a:solidFill>
            <a:srgbClr val="27273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4630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🗄️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458200" y="208483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Datenbank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58200" y="24688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Tabellen, Transaktions-Pattern, auto-migriert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3749040" cy="2103120"/>
          </a:xfrm>
          <a:prstGeom prst="roundRect">
            <a:avLst>
              <a:gd name="adj" fmla="val 4348"/>
            </a:avLst>
          </a:prstGeom>
          <a:solidFill>
            <a:srgbClr val="27273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8404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94360" y="44622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WebUntis-Integration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48463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Automatischer Stundenplan- und Abwesenheitssync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89120" y="3657600"/>
            <a:ext cx="3749040" cy="2103120"/>
          </a:xfrm>
          <a:prstGeom prst="roundRect">
            <a:avLst>
              <a:gd name="adj" fmla="val 4348"/>
            </a:avLst>
          </a:prstGeom>
          <a:solidFill>
            <a:srgbClr val="27273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0" y="38404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526280" y="44622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26280" y="48463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Heatmap, Fachstatistiken, offene/entschuldigte Stunden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321040" y="3657600"/>
            <a:ext cx="3749040" cy="2103120"/>
          </a:xfrm>
          <a:prstGeom prst="roundRect">
            <a:avLst>
              <a:gd name="adj" fmla="val 4348"/>
            </a:avLst>
          </a:prstGeom>
          <a:solidFill>
            <a:srgbClr val="27273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21040" y="38404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8458200" y="44622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Sicherheit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458200" y="48463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Rate Limiting, JWT, bcrypt, rollenbasierte Guards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2026-06-29T06:30:22Z</dcterms:created>
  <dcterms:modified xsi:type="dcterms:W3CDTF">2026-06-29T06:30:22Z</dcterms:modified>
</cp:coreProperties>
</file>